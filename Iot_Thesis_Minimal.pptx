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IoT Anomaly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Detecting Irregularities in Industrial Sensor Data</a:t>
            </a:r>
          </a:p>
          <a:p>
            <a:r>
              <a:t>Using Unsupervised Machine Learning</a:t>
            </a:r>
          </a:p>
          <a:p/>
          <a:p>
            <a:r>
              <a:t>MSc Project Presentation</a:t>
            </a:r>
          </a:p>
        </p:txBody>
      </p:sp>
      <p:pic>
        <p:nvPicPr>
          <p:cNvPr id="4" name="Picture 3" descr="J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6480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 real-world IoT data:</a:t>
            </a:r>
          </a:p>
          <a:p>
            <a:r>
              <a:t>High noise due to network latency and sensor errors.</a:t>
            </a:r>
          </a:p>
          <a:p>
            <a:r>
              <a:t>Traditional threshold-based systems lack context.</a:t>
            </a:r>
          </a:p>
          <a:p>
            <a:r>
              <a:t>Lack of labeled anomaly datasets for supervised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9-Stage Pipeline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algorithms evaluated to adapt without labeled data:</a:t>
            </a:r>
          </a:p>
          <a:p>
            <a:r>
              <a:t>Isolation Forest: Highly efficient for large batches. Best overall.</a:t>
            </a:r>
          </a:p>
          <a:p>
            <a:r>
              <a:t>One-Class SVM: Effective for non-linear, subtle patterns.</a:t>
            </a:r>
          </a:p>
          <a:p>
            <a:r>
              <a:t>K-Means: Distance-based clustering to group normal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Comparison</a:t>
            </a:r>
          </a:p>
        </p:txBody>
      </p:sp>
      <p:pic>
        <p:nvPicPr>
          <p:cNvPr id="3" name="Picture 2" descr="model_com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97" y="1828800"/>
            <a:ext cx="718120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Web-Based Analysis Dashboard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01" y="1828800"/>
            <a:ext cx="341199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Achievements:</a:t>
            </a:r>
          </a:p>
          <a:p>
            <a:r>
              <a:t>Successfully handled real-world noisy data.</a:t>
            </a:r>
          </a:p>
          <a:p>
            <a:r>
              <a:t>Isolation Forest identified as the best model with 92.81% accuracy.</a:t>
            </a:r>
          </a:p>
          <a:p>
            <a:r>
              <a:t>Future Work:</a:t>
            </a:r>
          </a:p>
          <a:p>
            <a:r>
              <a:t>Explore edge deployment on IoT gateways.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