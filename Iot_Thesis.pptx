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200400"/>
          </a:xfrm>
        </p:spPr>
        <p:txBody>
          <a:bodyPr/>
          <a:lstStyle/>
          <a:p>
            <a:r>
              <a:rPr b="1" sz="4400">
                <a:solidFill>
                  <a:srgbClr val="FFFFFF"/>
                </a:solidFill>
              </a:rPr>
              <a:t>IoT Anomaly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4572000"/>
          </a:xfrm>
        </p:spPr>
        <p:txBody>
          <a:bodyPr/>
          <a:lstStyle/>
          <a:p>
            <a:r>
              <a:rPr sz="2000">
                <a:solidFill>
                  <a:srgbClr val="C8C8C8"/>
                </a:solidFill>
              </a:rPr>
              <a:t>Detecting Irregularities in Industrial Sensor Data</a:t>
            </a:r>
          </a:p>
          <a:p>
            <a:r>
              <a:rPr sz="2000">
                <a:solidFill>
                  <a:srgbClr val="C8C8C8"/>
                </a:solidFill>
              </a:rPr>
              <a:t>Using Unsupervised Machine Learning</a:t>
            </a:r>
          </a:p>
          <a:p/>
          <a:p>
            <a:r>
              <a:rPr sz="2000">
                <a:solidFill>
                  <a:srgbClr val="C8C8C8"/>
                </a:solidFill>
              </a:rPr>
              <a:t>MSc Project Presentation</a:t>
            </a:r>
          </a:p>
        </p:txBody>
      </p:sp>
      <p:pic>
        <p:nvPicPr>
          <p:cNvPr id="4" name="Picture 3" descr="J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57200"/>
            <a:ext cx="1828800" cy="21534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7315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2027"/>
          </a:solidFill>
          <a:ln>
            <a:solidFill>
              <a:srgbClr val="0F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System Architecture &amp;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IoT Anomaly Detection System - MSc Thesis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882198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2027"/>
          </a:solidFill>
          <a:ln>
            <a:solidFill>
              <a:srgbClr val="0F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Dashboard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IoT Anomaly Detection System - MSc Thesis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model_comp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4114800" cy="2357763"/>
          </a:xfrm>
          <a:prstGeom prst="rect">
            <a:avLst/>
          </a:prstGeom>
        </p:spPr>
      </p:pic>
      <p:pic>
        <p:nvPicPr>
          <p:cNvPr id="4" name="Picture 3" descr="compare_model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45920"/>
            <a:ext cx="4114800" cy="3596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2027"/>
          </a:solidFill>
          <a:ln>
            <a:solidFill>
              <a:srgbClr val="0F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Model Performance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IoT Anomaly Detection System - MSc Thesis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if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3840480" cy="2890076"/>
          </a:xfrm>
          <a:prstGeom prst="rect">
            <a:avLst/>
          </a:prstGeom>
        </p:spPr>
      </p:pic>
      <p:pic>
        <p:nvPicPr>
          <p:cNvPr id="4" name="Picture 3" descr="if_time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63040"/>
            <a:ext cx="3840480" cy="1537497"/>
          </a:xfrm>
          <a:prstGeom prst="rect">
            <a:avLst/>
          </a:prstGeom>
        </p:spPr>
      </p:pic>
      <p:pic>
        <p:nvPicPr>
          <p:cNvPr id="5" name="Picture 4" descr="if_sco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14800"/>
            <a:ext cx="3840480" cy="1923517"/>
          </a:xfrm>
          <a:prstGeom prst="rect">
            <a:avLst/>
          </a:prstGeom>
        </p:spPr>
      </p:pic>
      <p:pic>
        <p:nvPicPr>
          <p:cNvPr id="6" name="Picture 5" descr="if_c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114800"/>
            <a:ext cx="3840480" cy="333650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2027"/>
          </a:solidFill>
          <a:ln>
            <a:solidFill>
              <a:srgbClr val="0F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Isolation Forest: In-Depth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IoT Anomaly Detection System - MSc Thesis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km_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114800" cy="3574826"/>
          </a:xfrm>
          <a:prstGeom prst="rect">
            <a:avLst/>
          </a:prstGeom>
        </p:spPr>
      </p:pic>
      <p:pic>
        <p:nvPicPr>
          <p:cNvPr id="4" name="Picture 3" descr="oc_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28800"/>
            <a:ext cx="4114800" cy="35748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2027"/>
          </a:solidFill>
          <a:ln>
            <a:solidFill>
              <a:srgbClr val="0F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Alternative Models: K-Means &amp; One-Class SVM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IoT Anomaly Detection System - MSc Thesis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ata_table_net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42869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2027"/>
          </a:solidFill>
          <a:ln>
            <a:solidFill>
              <a:srgbClr val="0F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Diagnostic Metadata: Network Time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IoT Anomaly Detection System - MSc Thesis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developed an integrated IoT Anomaly Detection System.</a:t>
            </a:r>
          </a:p>
          <a:p>
            <a:pPr/>
            <a:r>
              <a:t>Key Achievements:</a:t>
            </a:r>
          </a:p>
          <a:p>
            <a:pPr lvl="1"/>
            <a:r>
              <a:t>9-stage automated cleaning pipeline.</a:t>
            </a:r>
          </a:p>
          <a:p>
            <a:pPr lvl="1"/>
            <a:r>
              <a:t>Best Model: Isolation Forest (92.81% accuracy).</a:t>
            </a:r>
          </a:p>
          <a:p>
            <a:pPr/>
            <a:r>
              <a:t>Future Work:</a:t>
            </a:r>
          </a:p>
          <a:p>
            <a:pPr lvl="1"/>
            <a:r>
              <a:t>Implement hybrid ensemble learning for complex non-linear anomalies.</a:t>
            </a:r>
          </a:p>
          <a:p>
            <a:pPr lvl="1"/>
            <a:r>
              <a:t>Edge deployment on IoT gateways to reduce latency.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2027"/>
          </a:solidFill>
          <a:ln>
            <a:solidFill>
              <a:srgbClr val="0F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</a:defRPr>
            </a:pPr>
            <a: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IoT Anomaly Detection System - MSc Thesis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